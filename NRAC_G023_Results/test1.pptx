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Bump Steer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59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599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Bump Camber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788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78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Wheel Rate Slope@WC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33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33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Wheel Rate@WC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2285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2285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Wheel Recession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263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26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Track Change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788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78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Caster Angle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3263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4326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SVSA Angle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11472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1147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SVSA Length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1172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117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Wheel Load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0449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044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